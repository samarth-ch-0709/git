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7" r:id="rId2"/>
    <p:sldId id="256" r:id="rId3"/>
    <p:sldId id="257" r:id="rId4"/>
    <p:sldId id="258" r:id="rId5"/>
    <p:sldId id="259" r:id="rId6"/>
    <p:sldId id="262" r:id="rId7"/>
    <p:sldId id="263" r:id="rId8"/>
    <p:sldId id="264" r:id="rId9"/>
    <p:sldId id="265" r:id="rId10"/>
    <p:sldId id="266"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87AB91B-6F94-45BB-B62F-AA386A946C2A}" v="8" dt="2026-01-12T10:12:34.09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72" autoAdjust="0"/>
    <p:restoredTop sz="94660"/>
  </p:normalViewPr>
  <p:slideViewPr>
    <p:cSldViewPr snapToGrid="0">
      <p:cViewPr varScale="1">
        <p:scale>
          <a:sx n="77" d="100"/>
          <a:sy n="77" d="100"/>
        </p:scale>
        <p:origin x="82" y="8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17" Type="http://schemas.microsoft.com/office/2015/10/relationships/revisionInfo" Target="revisionInfo.xml"/><Relationship Id="rId2" Type="http://schemas.openxmlformats.org/officeDocument/2006/relationships/slide" Target="slides/slide1.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marth ch" userId="751cdee74ec7b14f" providerId="LiveId" clId="{2F8BE1D7-42B4-4B3C-B215-244DFFB72191}"/>
    <pc:docChg chg="custSel addSld delSld modSld sldOrd">
      <pc:chgData name="samarth ch" userId="751cdee74ec7b14f" providerId="LiveId" clId="{2F8BE1D7-42B4-4B3C-B215-244DFFB72191}" dt="2026-01-12T10:14:03.713" v="62"/>
      <pc:docMkLst>
        <pc:docMk/>
      </pc:docMkLst>
      <pc:sldChg chg="del">
        <pc:chgData name="samarth ch" userId="751cdee74ec7b14f" providerId="LiveId" clId="{2F8BE1D7-42B4-4B3C-B215-244DFFB72191}" dt="2026-01-12T10:13:38.840" v="59" actId="2696"/>
        <pc:sldMkLst>
          <pc:docMk/>
          <pc:sldMk cId="3164877017" sldId="260"/>
        </pc:sldMkLst>
      </pc:sldChg>
      <pc:sldChg chg="del">
        <pc:chgData name="samarth ch" userId="751cdee74ec7b14f" providerId="LiveId" clId="{2F8BE1D7-42B4-4B3C-B215-244DFFB72191}" dt="2026-01-12T10:13:09.723" v="58" actId="2696"/>
        <pc:sldMkLst>
          <pc:docMk/>
          <pc:sldMk cId="754190516" sldId="261"/>
        </pc:sldMkLst>
      </pc:sldChg>
      <pc:sldChg chg="delSp modSp new mod">
        <pc:chgData name="samarth ch" userId="751cdee74ec7b14f" providerId="LiveId" clId="{2F8BE1D7-42B4-4B3C-B215-244DFFB72191}" dt="2026-01-12T10:07:46.520" v="9" actId="20577"/>
        <pc:sldMkLst>
          <pc:docMk/>
          <pc:sldMk cId="950721818" sldId="264"/>
        </pc:sldMkLst>
        <pc:spChg chg="del">
          <ac:chgData name="samarth ch" userId="751cdee74ec7b14f" providerId="LiveId" clId="{2F8BE1D7-42B4-4B3C-B215-244DFFB72191}" dt="2026-01-12T10:07:21.243" v="2" actId="21"/>
          <ac:spMkLst>
            <pc:docMk/>
            <pc:sldMk cId="950721818" sldId="264"/>
            <ac:spMk id="2" creationId="{EE38F62D-8804-8CBA-1595-B8AAF0A8A5E4}"/>
          </ac:spMkLst>
        </pc:spChg>
        <pc:spChg chg="mod">
          <ac:chgData name="samarth ch" userId="751cdee74ec7b14f" providerId="LiveId" clId="{2F8BE1D7-42B4-4B3C-B215-244DFFB72191}" dt="2026-01-12T10:07:46.520" v="9" actId="20577"/>
          <ac:spMkLst>
            <pc:docMk/>
            <pc:sldMk cId="950721818" sldId="264"/>
            <ac:spMk id="3" creationId="{5D2E32E3-A591-DBA9-40C0-EC5A6819A362}"/>
          </ac:spMkLst>
        </pc:spChg>
      </pc:sldChg>
      <pc:sldChg chg="delSp modSp new mod">
        <pc:chgData name="samarth ch" userId="751cdee74ec7b14f" providerId="LiveId" clId="{2F8BE1D7-42B4-4B3C-B215-244DFFB72191}" dt="2026-01-12T10:12:22.057" v="51"/>
        <pc:sldMkLst>
          <pc:docMk/>
          <pc:sldMk cId="2516571802" sldId="265"/>
        </pc:sldMkLst>
        <pc:spChg chg="del">
          <ac:chgData name="samarth ch" userId="751cdee74ec7b14f" providerId="LiveId" clId="{2F8BE1D7-42B4-4B3C-B215-244DFFB72191}" dt="2026-01-12T10:09:53.243" v="27" actId="21"/>
          <ac:spMkLst>
            <pc:docMk/>
            <pc:sldMk cId="2516571802" sldId="265"/>
            <ac:spMk id="2" creationId="{9A9CC1B3-55F5-BFF4-6018-489401351288}"/>
          </ac:spMkLst>
        </pc:spChg>
        <pc:spChg chg="mod">
          <ac:chgData name="samarth ch" userId="751cdee74ec7b14f" providerId="LiveId" clId="{2F8BE1D7-42B4-4B3C-B215-244DFFB72191}" dt="2026-01-12T10:12:22.057" v="51"/>
          <ac:spMkLst>
            <pc:docMk/>
            <pc:sldMk cId="2516571802" sldId="265"/>
            <ac:spMk id="3" creationId="{4FE01C4B-AADE-EA49-26D7-3ECB85D34660}"/>
          </ac:spMkLst>
        </pc:spChg>
      </pc:sldChg>
      <pc:sldChg chg="delSp modSp new mod">
        <pc:chgData name="samarth ch" userId="751cdee74ec7b14f" providerId="LiveId" clId="{2F8BE1D7-42B4-4B3C-B215-244DFFB72191}" dt="2026-01-12T10:12:52.103" v="57" actId="14100"/>
        <pc:sldMkLst>
          <pc:docMk/>
          <pc:sldMk cId="3106707760" sldId="266"/>
        </pc:sldMkLst>
        <pc:spChg chg="del">
          <ac:chgData name="samarth ch" userId="751cdee74ec7b14f" providerId="LiveId" clId="{2F8BE1D7-42B4-4B3C-B215-244DFFB72191}" dt="2026-01-12T10:12:48.712" v="56" actId="21"/>
          <ac:spMkLst>
            <pc:docMk/>
            <pc:sldMk cId="3106707760" sldId="266"/>
            <ac:spMk id="2" creationId="{60430FFD-3B33-CEAF-FB95-5D749911634E}"/>
          </ac:spMkLst>
        </pc:spChg>
        <pc:spChg chg="mod">
          <ac:chgData name="samarth ch" userId="751cdee74ec7b14f" providerId="LiveId" clId="{2F8BE1D7-42B4-4B3C-B215-244DFFB72191}" dt="2026-01-12T10:12:52.103" v="57" actId="14100"/>
          <ac:spMkLst>
            <pc:docMk/>
            <pc:sldMk cId="3106707760" sldId="266"/>
            <ac:spMk id="3" creationId="{B583E89E-43BE-ADE9-D592-3634E29F71E0}"/>
          </ac:spMkLst>
        </pc:spChg>
      </pc:sldChg>
      <pc:sldChg chg="new ord">
        <pc:chgData name="samarth ch" userId="751cdee74ec7b14f" providerId="LiveId" clId="{2F8BE1D7-42B4-4B3C-B215-244DFFB72191}" dt="2026-01-12T10:14:03.713" v="62"/>
        <pc:sldMkLst>
          <pc:docMk/>
          <pc:sldMk cId="407165614" sldId="267"/>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C488F3-8AAB-7E1F-99C9-D687144FCBC0}"/>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IN"/>
          </a:p>
        </p:txBody>
      </p:sp>
      <p:sp>
        <p:nvSpPr>
          <p:cNvPr id="3" name="Subtitle 2">
            <a:extLst>
              <a:ext uri="{FF2B5EF4-FFF2-40B4-BE49-F238E27FC236}">
                <a16:creationId xmlns:a16="http://schemas.microsoft.com/office/drawing/2014/main" id="{63735F7A-9DBD-52AD-E5DC-ECB2BCF48AC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IN"/>
          </a:p>
        </p:txBody>
      </p:sp>
      <p:sp>
        <p:nvSpPr>
          <p:cNvPr id="4" name="Date Placeholder 3">
            <a:extLst>
              <a:ext uri="{FF2B5EF4-FFF2-40B4-BE49-F238E27FC236}">
                <a16:creationId xmlns:a16="http://schemas.microsoft.com/office/drawing/2014/main" id="{E7DE9314-5A42-9F51-EC98-E98BE82EAC46}"/>
              </a:ext>
            </a:extLst>
          </p:cNvPr>
          <p:cNvSpPr>
            <a:spLocks noGrp="1"/>
          </p:cNvSpPr>
          <p:nvPr>
            <p:ph type="dt" sz="half" idx="10"/>
          </p:nvPr>
        </p:nvSpPr>
        <p:spPr/>
        <p:txBody>
          <a:bodyPr/>
          <a:lstStyle/>
          <a:p>
            <a:fld id="{4A113EF7-B9E9-4D10-8B77-42A07C36349B}" type="datetimeFigureOut">
              <a:rPr lang="en-IN" smtClean="0"/>
              <a:t>12-01-2026</a:t>
            </a:fld>
            <a:endParaRPr lang="en-IN"/>
          </a:p>
        </p:txBody>
      </p:sp>
      <p:sp>
        <p:nvSpPr>
          <p:cNvPr id="5" name="Footer Placeholder 4">
            <a:extLst>
              <a:ext uri="{FF2B5EF4-FFF2-40B4-BE49-F238E27FC236}">
                <a16:creationId xmlns:a16="http://schemas.microsoft.com/office/drawing/2014/main" id="{BE65C26C-58E0-73CA-F7C5-E5D82FF8A47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43155ED-432A-3475-0DF0-008D8D52FBE9}"/>
              </a:ext>
            </a:extLst>
          </p:cNvPr>
          <p:cNvSpPr>
            <a:spLocks noGrp="1"/>
          </p:cNvSpPr>
          <p:nvPr>
            <p:ph type="sldNum" sz="quarter" idx="12"/>
          </p:nvPr>
        </p:nvSpPr>
        <p:spPr/>
        <p:txBody>
          <a:bodyPr/>
          <a:lstStyle/>
          <a:p>
            <a:fld id="{4BBD2202-855A-454C-A66F-78C1D75D76F5}" type="slidenum">
              <a:rPr lang="en-IN" smtClean="0"/>
              <a:t>‹#›</a:t>
            </a:fld>
            <a:endParaRPr lang="en-IN"/>
          </a:p>
        </p:txBody>
      </p:sp>
    </p:spTree>
    <p:extLst>
      <p:ext uri="{BB962C8B-B14F-4D97-AF65-F5344CB8AC3E}">
        <p14:creationId xmlns:p14="http://schemas.microsoft.com/office/powerpoint/2010/main" val="17597548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17A31E-AD46-8887-FC35-82BA3245A166}"/>
              </a:ext>
            </a:extLst>
          </p:cNvPr>
          <p:cNvSpPr>
            <a:spLocks noGrp="1"/>
          </p:cNvSpPr>
          <p:nvPr>
            <p:ph type="title"/>
          </p:nvPr>
        </p:nvSpPr>
        <p:spPr/>
        <p:txBody>
          <a:bodyPr/>
          <a:lstStyle/>
          <a:p>
            <a:r>
              <a:rPr lang="en-GB"/>
              <a:t>Click to edit Master title style</a:t>
            </a:r>
            <a:endParaRPr lang="en-IN"/>
          </a:p>
        </p:txBody>
      </p:sp>
      <p:sp>
        <p:nvSpPr>
          <p:cNvPr id="3" name="Content Placeholder 2">
            <a:extLst>
              <a:ext uri="{FF2B5EF4-FFF2-40B4-BE49-F238E27FC236}">
                <a16:creationId xmlns:a16="http://schemas.microsoft.com/office/drawing/2014/main" id="{3400F959-978B-3111-F2C4-41CA605F3E4A}"/>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4" name="Date Placeholder 3">
            <a:extLst>
              <a:ext uri="{FF2B5EF4-FFF2-40B4-BE49-F238E27FC236}">
                <a16:creationId xmlns:a16="http://schemas.microsoft.com/office/drawing/2014/main" id="{089BE509-FFEC-FDBE-BCF0-20AD84801181}"/>
              </a:ext>
            </a:extLst>
          </p:cNvPr>
          <p:cNvSpPr>
            <a:spLocks noGrp="1"/>
          </p:cNvSpPr>
          <p:nvPr>
            <p:ph type="dt" sz="half" idx="10"/>
          </p:nvPr>
        </p:nvSpPr>
        <p:spPr/>
        <p:txBody>
          <a:bodyPr/>
          <a:lstStyle/>
          <a:p>
            <a:fld id="{4A113EF7-B9E9-4D10-8B77-42A07C36349B}" type="datetimeFigureOut">
              <a:rPr lang="en-IN" smtClean="0"/>
              <a:t>12-01-2026</a:t>
            </a:fld>
            <a:endParaRPr lang="en-IN"/>
          </a:p>
        </p:txBody>
      </p:sp>
      <p:sp>
        <p:nvSpPr>
          <p:cNvPr id="5" name="Footer Placeholder 4">
            <a:extLst>
              <a:ext uri="{FF2B5EF4-FFF2-40B4-BE49-F238E27FC236}">
                <a16:creationId xmlns:a16="http://schemas.microsoft.com/office/drawing/2014/main" id="{ADA1E82C-F805-4267-33D8-E776291EBA6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E802715-2EB8-B23B-0A0D-D540EA62AEEE}"/>
              </a:ext>
            </a:extLst>
          </p:cNvPr>
          <p:cNvSpPr>
            <a:spLocks noGrp="1"/>
          </p:cNvSpPr>
          <p:nvPr>
            <p:ph type="sldNum" sz="quarter" idx="12"/>
          </p:nvPr>
        </p:nvSpPr>
        <p:spPr/>
        <p:txBody>
          <a:bodyPr/>
          <a:lstStyle/>
          <a:p>
            <a:fld id="{4BBD2202-855A-454C-A66F-78C1D75D76F5}" type="slidenum">
              <a:rPr lang="en-IN" smtClean="0"/>
              <a:t>‹#›</a:t>
            </a:fld>
            <a:endParaRPr lang="en-IN"/>
          </a:p>
        </p:txBody>
      </p:sp>
    </p:spTree>
    <p:extLst>
      <p:ext uri="{BB962C8B-B14F-4D97-AF65-F5344CB8AC3E}">
        <p14:creationId xmlns:p14="http://schemas.microsoft.com/office/powerpoint/2010/main" val="18682112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477212-F34D-91D5-4241-9ABFFF777EDD}"/>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IN"/>
          </a:p>
        </p:txBody>
      </p:sp>
      <p:sp>
        <p:nvSpPr>
          <p:cNvPr id="3" name="Text Placeholder 2">
            <a:extLst>
              <a:ext uri="{FF2B5EF4-FFF2-40B4-BE49-F238E27FC236}">
                <a16:creationId xmlns:a16="http://schemas.microsoft.com/office/drawing/2014/main" id="{88E00240-A19F-3D9C-4881-AAF43C807A5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F90C8D80-BC75-206B-8AF7-127BC6DFE1BC}"/>
              </a:ext>
            </a:extLst>
          </p:cNvPr>
          <p:cNvSpPr>
            <a:spLocks noGrp="1"/>
          </p:cNvSpPr>
          <p:nvPr>
            <p:ph type="dt" sz="half" idx="10"/>
          </p:nvPr>
        </p:nvSpPr>
        <p:spPr/>
        <p:txBody>
          <a:bodyPr/>
          <a:lstStyle/>
          <a:p>
            <a:fld id="{4A113EF7-B9E9-4D10-8B77-42A07C36349B}" type="datetimeFigureOut">
              <a:rPr lang="en-IN" smtClean="0"/>
              <a:t>12-01-2026</a:t>
            </a:fld>
            <a:endParaRPr lang="en-IN"/>
          </a:p>
        </p:txBody>
      </p:sp>
      <p:sp>
        <p:nvSpPr>
          <p:cNvPr id="5" name="Footer Placeholder 4">
            <a:extLst>
              <a:ext uri="{FF2B5EF4-FFF2-40B4-BE49-F238E27FC236}">
                <a16:creationId xmlns:a16="http://schemas.microsoft.com/office/drawing/2014/main" id="{762B496D-9866-560C-D082-3A2D50582D4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9B163A2-6EFA-2E05-F4C7-3C4312C229FF}"/>
              </a:ext>
            </a:extLst>
          </p:cNvPr>
          <p:cNvSpPr>
            <a:spLocks noGrp="1"/>
          </p:cNvSpPr>
          <p:nvPr>
            <p:ph type="sldNum" sz="quarter" idx="12"/>
          </p:nvPr>
        </p:nvSpPr>
        <p:spPr/>
        <p:txBody>
          <a:bodyPr/>
          <a:lstStyle/>
          <a:p>
            <a:fld id="{4BBD2202-855A-454C-A66F-78C1D75D76F5}" type="slidenum">
              <a:rPr lang="en-IN" smtClean="0"/>
              <a:t>‹#›</a:t>
            </a:fld>
            <a:endParaRPr lang="en-IN"/>
          </a:p>
        </p:txBody>
      </p:sp>
    </p:spTree>
    <p:extLst>
      <p:ext uri="{BB962C8B-B14F-4D97-AF65-F5344CB8AC3E}">
        <p14:creationId xmlns:p14="http://schemas.microsoft.com/office/powerpoint/2010/main" val="17305770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4059F1-B677-023F-524A-20C9694A0002}"/>
              </a:ext>
            </a:extLst>
          </p:cNvPr>
          <p:cNvSpPr>
            <a:spLocks noGrp="1"/>
          </p:cNvSpPr>
          <p:nvPr>
            <p:ph type="title"/>
          </p:nvPr>
        </p:nvSpPr>
        <p:spPr/>
        <p:txBody>
          <a:bodyPr/>
          <a:lstStyle/>
          <a:p>
            <a:r>
              <a:rPr lang="en-GB"/>
              <a:t>Click to edit Master title style</a:t>
            </a:r>
            <a:endParaRPr lang="en-IN"/>
          </a:p>
        </p:txBody>
      </p:sp>
      <p:sp>
        <p:nvSpPr>
          <p:cNvPr id="3" name="Content Placeholder 2">
            <a:extLst>
              <a:ext uri="{FF2B5EF4-FFF2-40B4-BE49-F238E27FC236}">
                <a16:creationId xmlns:a16="http://schemas.microsoft.com/office/drawing/2014/main" id="{AA6C4C14-6CA7-D2FF-C366-151A27E90A9C}"/>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4" name="Content Placeholder 3">
            <a:extLst>
              <a:ext uri="{FF2B5EF4-FFF2-40B4-BE49-F238E27FC236}">
                <a16:creationId xmlns:a16="http://schemas.microsoft.com/office/drawing/2014/main" id="{1A0B50F2-94BE-F5A4-9AEB-710B04486211}"/>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5" name="Date Placeholder 4">
            <a:extLst>
              <a:ext uri="{FF2B5EF4-FFF2-40B4-BE49-F238E27FC236}">
                <a16:creationId xmlns:a16="http://schemas.microsoft.com/office/drawing/2014/main" id="{D3125B89-4E15-9D55-078E-6D62678A53D4}"/>
              </a:ext>
            </a:extLst>
          </p:cNvPr>
          <p:cNvSpPr>
            <a:spLocks noGrp="1"/>
          </p:cNvSpPr>
          <p:nvPr>
            <p:ph type="dt" sz="half" idx="10"/>
          </p:nvPr>
        </p:nvSpPr>
        <p:spPr/>
        <p:txBody>
          <a:bodyPr/>
          <a:lstStyle/>
          <a:p>
            <a:fld id="{4A113EF7-B9E9-4D10-8B77-42A07C36349B}" type="datetimeFigureOut">
              <a:rPr lang="en-IN" smtClean="0"/>
              <a:t>12-01-2026</a:t>
            </a:fld>
            <a:endParaRPr lang="en-IN"/>
          </a:p>
        </p:txBody>
      </p:sp>
      <p:sp>
        <p:nvSpPr>
          <p:cNvPr id="6" name="Footer Placeholder 5">
            <a:extLst>
              <a:ext uri="{FF2B5EF4-FFF2-40B4-BE49-F238E27FC236}">
                <a16:creationId xmlns:a16="http://schemas.microsoft.com/office/drawing/2014/main" id="{1BD6F214-2454-D49C-12CF-3DFFAF9DE84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6262A69-9DDD-8410-DFF6-F6DDBF34114B}"/>
              </a:ext>
            </a:extLst>
          </p:cNvPr>
          <p:cNvSpPr>
            <a:spLocks noGrp="1"/>
          </p:cNvSpPr>
          <p:nvPr>
            <p:ph type="sldNum" sz="quarter" idx="12"/>
          </p:nvPr>
        </p:nvSpPr>
        <p:spPr/>
        <p:txBody>
          <a:bodyPr/>
          <a:lstStyle/>
          <a:p>
            <a:fld id="{4BBD2202-855A-454C-A66F-78C1D75D76F5}" type="slidenum">
              <a:rPr lang="en-IN" smtClean="0"/>
              <a:t>‹#›</a:t>
            </a:fld>
            <a:endParaRPr lang="en-IN"/>
          </a:p>
        </p:txBody>
      </p:sp>
    </p:spTree>
    <p:extLst>
      <p:ext uri="{BB962C8B-B14F-4D97-AF65-F5344CB8AC3E}">
        <p14:creationId xmlns:p14="http://schemas.microsoft.com/office/powerpoint/2010/main" val="2405409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C1CA76-2242-E396-DC66-72D58AD84AAC}"/>
              </a:ext>
            </a:extLst>
          </p:cNvPr>
          <p:cNvSpPr>
            <a:spLocks noGrp="1"/>
          </p:cNvSpPr>
          <p:nvPr>
            <p:ph type="title"/>
          </p:nvPr>
        </p:nvSpPr>
        <p:spPr>
          <a:xfrm>
            <a:off x="839788" y="365125"/>
            <a:ext cx="10515600" cy="1325563"/>
          </a:xfrm>
        </p:spPr>
        <p:txBody>
          <a:bodyPr/>
          <a:lstStyle/>
          <a:p>
            <a:r>
              <a:rPr lang="en-GB"/>
              <a:t>Click to edit Master title style</a:t>
            </a:r>
            <a:endParaRPr lang="en-IN"/>
          </a:p>
        </p:txBody>
      </p:sp>
      <p:sp>
        <p:nvSpPr>
          <p:cNvPr id="3" name="Text Placeholder 2">
            <a:extLst>
              <a:ext uri="{FF2B5EF4-FFF2-40B4-BE49-F238E27FC236}">
                <a16:creationId xmlns:a16="http://schemas.microsoft.com/office/drawing/2014/main" id="{23FA21F5-95B1-907C-10E7-72EBAD7E8F3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59656CF5-86D8-2A08-29F1-C855F8EDC7D2}"/>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5" name="Text Placeholder 4">
            <a:extLst>
              <a:ext uri="{FF2B5EF4-FFF2-40B4-BE49-F238E27FC236}">
                <a16:creationId xmlns:a16="http://schemas.microsoft.com/office/drawing/2014/main" id="{5127298F-DDEA-D445-4A91-16243325318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C567E923-1046-6639-5499-58D9C3DD6300}"/>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7" name="Date Placeholder 6">
            <a:extLst>
              <a:ext uri="{FF2B5EF4-FFF2-40B4-BE49-F238E27FC236}">
                <a16:creationId xmlns:a16="http://schemas.microsoft.com/office/drawing/2014/main" id="{9F4063DC-35C9-A613-629E-5C15D4E930DF}"/>
              </a:ext>
            </a:extLst>
          </p:cNvPr>
          <p:cNvSpPr>
            <a:spLocks noGrp="1"/>
          </p:cNvSpPr>
          <p:nvPr>
            <p:ph type="dt" sz="half" idx="10"/>
          </p:nvPr>
        </p:nvSpPr>
        <p:spPr/>
        <p:txBody>
          <a:bodyPr/>
          <a:lstStyle/>
          <a:p>
            <a:fld id="{4A113EF7-B9E9-4D10-8B77-42A07C36349B}" type="datetimeFigureOut">
              <a:rPr lang="en-IN" smtClean="0"/>
              <a:t>12-01-2026</a:t>
            </a:fld>
            <a:endParaRPr lang="en-IN"/>
          </a:p>
        </p:txBody>
      </p:sp>
      <p:sp>
        <p:nvSpPr>
          <p:cNvPr id="8" name="Footer Placeholder 7">
            <a:extLst>
              <a:ext uri="{FF2B5EF4-FFF2-40B4-BE49-F238E27FC236}">
                <a16:creationId xmlns:a16="http://schemas.microsoft.com/office/drawing/2014/main" id="{58A411E8-51AB-DEF8-B654-852E9538137F}"/>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AE34A208-F5B2-5205-3454-2F21EABCAC01}"/>
              </a:ext>
            </a:extLst>
          </p:cNvPr>
          <p:cNvSpPr>
            <a:spLocks noGrp="1"/>
          </p:cNvSpPr>
          <p:nvPr>
            <p:ph type="sldNum" sz="quarter" idx="12"/>
          </p:nvPr>
        </p:nvSpPr>
        <p:spPr/>
        <p:txBody>
          <a:bodyPr/>
          <a:lstStyle/>
          <a:p>
            <a:fld id="{4BBD2202-855A-454C-A66F-78C1D75D76F5}" type="slidenum">
              <a:rPr lang="en-IN" smtClean="0"/>
              <a:t>‹#›</a:t>
            </a:fld>
            <a:endParaRPr lang="en-IN"/>
          </a:p>
        </p:txBody>
      </p:sp>
    </p:spTree>
    <p:extLst>
      <p:ext uri="{BB962C8B-B14F-4D97-AF65-F5344CB8AC3E}">
        <p14:creationId xmlns:p14="http://schemas.microsoft.com/office/powerpoint/2010/main" val="13759226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C1ECCA-818B-BB25-36B9-4E24D2E13CEF}"/>
              </a:ext>
            </a:extLst>
          </p:cNvPr>
          <p:cNvSpPr>
            <a:spLocks noGrp="1"/>
          </p:cNvSpPr>
          <p:nvPr>
            <p:ph type="title"/>
          </p:nvPr>
        </p:nvSpPr>
        <p:spPr/>
        <p:txBody>
          <a:bodyPr/>
          <a:lstStyle/>
          <a:p>
            <a:r>
              <a:rPr lang="en-GB"/>
              <a:t>Click to edit Master title style</a:t>
            </a:r>
            <a:endParaRPr lang="en-IN"/>
          </a:p>
        </p:txBody>
      </p:sp>
      <p:sp>
        <p:nvSpPr>
          <p:cNvPr id="3" name="Date Placeholder 2">
            <a:extLst>
              <a:ext uri="{FF2B5EF4-FFF2-40B4-BE49-F238E27FC236}">
                <a16:creationId xmlns:a16="http://schemas.microsoft.com/office/drawing/2014/main" id="{BF9359EA-00D9-DC9D-3FCB-2000FFFF2C7D}"/>
              </a:ext>
            </a:extLst>
          </p:cNvPr>
          <p:cNvSpPr>
            <a:spLocks noGrp="1"/>
          </p:cNvSpPr>
          <p:nvPr>
            <p:ph type="dt" sz="half" idx="10"/>
          </p:nvPr>
        </p:nvSpPr>
        <p:spPr/>
        <p:txBody>
          <a:bodyPr/>
          <a:lstStyle/>
          <a:p>
            <a:fld id="{4A113EF7-B9E9-4D10-8B77-42A07C36349B}" type="datetimeFigureOut">
              <a:rPr lang="en-IN" smtClean="0"/>
              <a:t>12-01-2026</a:t>
            </a:fld>
            <a:endParaRPr lang="en-IN"/>
          </a:p>
        </p:txBody>
      </p:sp>
      <p:sp>
        <p:nvSpPr>
          <p:cNvPr id="4" name="Footer Placeholder 3">
            <a:extLst>
              <a:ext uri="{FF2B5EF4-FFF2-40B4-BE49-F238E27FC236}">
                <a16:creationId xmlns:a16="http://schemas.microsoft.com/office/drawing/2014/main" id="{00422F5C-A47A-59C3-3EED-EFBD4E9EBD2B}"/>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2D31A549-AC87-5ACF-6919-124CEB8A10BB}"/>
              </a:ext>
            </a:extLst>
          </p:cNvPr>
          <p:cNvSpPr>
            <a:spLocks noGrp="1"/>
          </p:cNvSpPr>
          <p:nvPr>
            <p:ph type="sldNum" sz="quarter" idx="12"/>
          </p:nvPr>
        </p:nvSpPr>
        <p:spPr/>
        <p:txBody>
          <a:bodyPr/>
          <a:lstStyle/>
          <a:p>
            <a:fld id="{4BBD2202-855A-454C-A66F-78C1D75D76F5}" type="slidenum">
              <a:rPr lang="en-IN" smtClean="0"/>
              <a:t>‹#›</a:t>
            </a:fld>
            <a:endParaRPr lang="en-IN"/>
          </a:p>
        </p:txBody>
      </p:sp>
    </p:spTree>
    <p:extLst>
      <p:ext uri="{BB962C8B-B14F-4D97-AF65-F5344CB8AC3E}">
        <p14:creationId xmlns:p14="http://schemas.microsoft.com/office/powerpoint/2010/main" val="8697416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68E65A8-85E3-86E0-592B-12443C9DC0EE}"/>
              </a:ext>
            </a:extLst>
          </p:cNvPr>
          <p:cNvSpPr>
            <a:spLocks noGrp="1"/>
          </p:cNvSpPr>
          <p:nvPr>
            <p:ph type="dt" sz="half" idx="10"/>
          </p:nvPr>
        </p:nvSpPr>
        <p:spPr/>
        <p:txBody>
          <a:bodyPr/>
          <a:lstStyle/>
          <a:p>
            <a:fld id="{4A113EF7-B9E9-4D10-8B77-42A07C36349B}" type="datetimeFigureOut">
              <a:rPr lang="en-IN" smtClean="0"/>
              <a:t>12-01-2026</a:t>
            </a:fld>
            <a:endParaRPr lang="en-IN"/>
          </a:p>
        </p:txBody>
      </p:sp>
      <p:sp>
        <p:nvSpPr>
          <p:cNvPr id="3" name="Footer Placeholder 2">
            <a:extLst>
              <a:ext uri="{FF2B5EF4-FFF2-40B4-BE49-F238E27FC236}">
                <a16:creationId xmlns:a16="http://schemas.microsoft.com/office/drawing/2014/main" id="{4921D34D-335F-859D-CF69-C5AF657058BE}"/>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DF5323E4-ADD2-F7CF-B2BB-F3AE320C0142}"/>
              </a:ext>
            </a:extLst>
          </p:cNvPr>
          <p:cNvSpPr>
            <a:spLocks noGrp="1"/>
          </p:cNvSpPr>
          <p:nvPr>
            <p:ph type="sldNum" sz="quarter" idx="12"/>
          </p:nvPr>
        </p:nvSpPr>
        <p:spPr/>
        <p:txBody>
          <a:bodyPr/>
          <a:lstStyle/>
          <a:p>
            <a:fld id="{4BBD2202-855A-454C-A66F-78C1D75D76F5}" type="slidenum">
              <a:rPr lang="en-IN" smtClean="0"/>
              <a:t>‹#›</a:t>
            </a:fld>
            <a:endParaRPr lang="en-IN"/>
          </a:p>
        </p:txBody>
      </p:sp>
    </p:spTree>
    <p:extLst>
      <p:ext uri="{BB962C8B-B14F-4D97-AF65-F5344CB8AC3E}">
        <p14:creationId xmlns:p14="http://schemas.microsoft.com/office/powerpoint/2010/main" val="14757338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279655-8A39-3735-3706-1920043F0EF3}"/>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IN"/>
          </a:p>
        </p:txBody>
      </p:sp>
      <p:sp>
        <p:nvSpPr>
          <p:cNvPr id="3" name="Content Placeholder 2">
            <a:extLst>
              <a:ext uri="{FF2B5EF4-FFF2-40B4-BE49-F238E27FC236}">
                <a16:creationId xmlns:a16="http://schemas.microsoft.com/office/drawing/2014/main" id="{93EE4555-5E31-5F5F-03ED-FD3747A3F76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4" name="Text Placeholder 3">
            <a:extLst>
              <a:ext uri="{FF2B5EF4-FFF2-40B4-BE49-F238E27FC236}">
                <a16:creationId xmlns:a16="http://schemas.microsoft.com/office/drawing/2014/main" id="{28F897AB-6A9B-A2F3-129B-A99432A71EF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3683D26E-D4A3-0532-ED45-666D145C482D}"/>
              </a:ext>
            </a:extLst>
          </p:cNvPr>
          <p:cNvSpPr>
            <a:spLocks noGrp="1"/>
          </p:cNvSpPr>
          <p:nvPr>
            <p:ph type="dt" sz="half" idx="10"/>
          </p:nvPr>
        </p:nvSpPr>
        <p:spPr/>
        <p:txBody>
          <a:bodyPr/>
          <a:lstStyle/>
          <a:p>
            <a:fld id="{4A113EF7-B9E9-4D10-8B77-42A07C36349B}" type="datetimeFigureOut">
              <a:rPr lang="en-IN" smtClean="0"/>
              <a:t>12-01-2026</a:t>
            </a:fld>
            <a:endParaRPr lang="en-IN"/>
          </a:p>
        </p:txBody>
      </p:sp>
      <p:sp>
        <p:nvSpPr>
          <p:cNvPr id="6" name="Footer Placeholder 5">
            <a:extLst>
              <a:ext uri="{FF2B5EF4-FFF2-40B4-BE49-F238E27FC236}">
                <a16:creationId xmlns:a16="http://schemas.microsoft.com/office/drawing/2014/main" id="{D92A4A00-397A-A065-BA73-AFB3D51B829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AC6FA7A-442D-48F9-196B-821DF5F95B39}"/>
              </a:ext>
            </a:extLst>
          </p:cNvPr>
          <p:cNvSpPr>
            <a:spLocks noGrp="1"/>
          </p:cNvSpPr>
          <p:nvPr>
            <p:ph type="sldNum" sz="quarter" idx="12"/>
          </p:nvPr>
        </p:nvSpPr>
        <p:spPr/>
        <p:txBody>
          <a:bodyPr/>
          <a:lstStyle/>
          <a:p>
            <a:fld id="{4BBD2202-855A-454C-A66F-78C1D75D76F5}" type="slidenum">
              <a:rPr lang="en-IN" smtClean="0"/>
              <a:t>‹#›</a:t>
            </a:fld>
            <a:endParaRPr lang="en-IN"/>
          </a:p>
        </p:txBody>
      </p:sp>
    </p:spTree>
    <p:extLst>
      <p:ext uri="{BB962C8B-B14F-4D97-AF65-F5344CB8AC3E}">
        <p14:creationId xmlns:p14="http://schemas.microsoft.com/office/powerpoint/2010/main" val="15422253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E15169-E719-6B3A-FCDB-E489486B0D05}"/>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IN"/>
          </a:p>
        </p:txBody>
      </p:sp>
      <p:sp>
        <p:nvSpPr>
          <p:cNvPr id="3" name="Picture Placeholder 2">
            <a:extLst>
              <a:ext uri="{FF2B5EF4-FFF2-40B4-BE49-F238E27FC236}">
                <a16:creationId xmlns:a16="http://schemas.microsoft.com/office/drawing/2014/main" id="{7740CBF7-F8E5-08CE-6465-51A7B4C08E5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926963DB-A617-6BFD-E149-E5BC0A8CA44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9646636C-91D6-DC7A-CF55-8073A9BAC28E}"/>
              </a:ext>
            </a:extLst>
          </p:cNvPr>
          <p:cNvSpPr>
            <a:spLocks noGrp="1"/>
          </p:cNvSpPr>
          <p:nvPr>
            <p:ph type="dt" sz="half" idx="10"/>
          </p:nvPr>
        </p:nvSpPr>
        <p:spPr/>
        <p:txBody>
          <a:bodyPr/>
          <a:lstStyle/>
          <a:p>
            <a:fld id="{4A113EF7-B9E9-4D10-8B77-42A07C36349B}" type="datetimeFigureOut">
              <a:rPr lang="en-IN" smtClean="0"/>
              <a:t>12-01-2026</a:t>
            </a:fld>
            <a:endParaRPr lang="en-IN"/>
          </a:p>
        </p:txBody>
      </p:sp>
      <p:sp>
        <p:nvSpPr>
          <p:cNvPr id="6" name="Footer Placeholder 5">
            <a:extLst>
              <a:ext uri="{FF2B5EF4-FFF2-40B4-BE49-F238E27FC236}">
                <a16:creationId xmlns:a16="http://schemas.microsoft.com/office/drawing/2014/main" id="{2C6E505A-8609-25BF-C366-1BD5EB11647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ABB2AA3-923F-8A32-51E2-B322FDEBD02C}"/>
              </a:ext>
            </a:extLst>
          </p:cNvPr>
          <p:cNvSpPr>
            <a:spLocks noGrp="1"/>
          </p:cNvSpPr>
          <p:nvPr>
            <p:ph type="sldNum" sz="quarter" idx="12"/>
          </p:nvPr>
        </p:nvSpPr>
        <p:spPr/>
        <p:txBody>
          <a:bodyPr/>
          <a:lstStyle/>
          <a:p>
            <a:fld id="{4BBD2202-855A-454C-A66F-78C1D75D76F5}" type="slidenum">
              <a:rPr lang="en-IN" smtClean="0"/>
              <a:t>‹#›</a:t>
            </a:fld>
            <a:endParaRPr lang="en-IN"/>
          </a:p>
        </p:txBody>
      </p:sp>
    </p:spTree>
    <p:extLst>
      <p:ext uri="{BB962C8B-B14F-4D97-AF65-F5344CB8AC3E}">
        <p14:creationId xmlns:p14="http://schemas.microsoft.com/office/powerpoint/2010/main" val="22337657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5FF0CE-956B-1A4F-EB53-FE263620D741}"/>
              </a:ext>
            </a:extLst>
          </p:cNvPr>
          <p:cNvSpPr>
            <a:spLocks noGrp="1"/>
          </p:cNvSpPr>
          <p:nvPr>
            <p:ph type="title"/>
          </p:nvPr>
        </p:nvSpPr>
        <p:spPr/>
        <p:txBody>
          <a:bodyPr/>
          <a:lstStyle/>
          <a:p>
            <a:r>
              <a:rPr lang="en-GB"/>
              <a:t>Click to edit Master title style</a:t>
            </a:r>
            <a:endParaRPr lang="en-IN"/>
          </a:p>
        </p:txBody>
      </p:sp>
      <p:sp>
        <p:nvSpPr>
          <p:cNvPr id="3" name="Vertical Text Placeholder 2">
            <a:extLst>
              <a:ext uri="{FF2B5EF4-FFF2-40B4-BE49-F238E27FC236}">
                <a16:creationId xmlns:a16="http://schemas.microsoft.com/office/drawing/2014/main" id="{810E3564-6A57-3B7D-9E87-684A09B2AFFF}"/>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4" name="Date Placeholder 3">
            <a:extLst>
              <a:ext uri="{FF2B5EF4-FFF2-40B4-BE49-F238E27FC236}">
                <a16:creationId xmlns:a16="http://schemas.microsoft.com/office/drawing/2014/main" id="{D702ABFF-2A20-4E93-EDAD-A905B3D70FEB}"/>
              </a:ext>
            </a:extLst>
          </p:cNvPr>
          <p:cNvSpPr>
            <a:spLocks noGrp="1"/>
          </p:cNvSpPr>
          <p:nvPr>
            <p:ph type="dt" sz="half" idx="10"/>
          </p:nvPr>
        </p:nvSpPr>
        <p:spPr/>
        <p:txBody>
          <a:bodyPr/>
          <a:lstStyle/>
          <a:p>
            <a:fld id="{4A113EF7-B9E9-4D10-8B77-42A07C36349B}" type="datetimeFigureOut">
              <a:rPr lang="en-IN" smtClean="0"/>
              <a:t>12-01-2026</a:t>
            </a:fld>
            <a:endParaRPr lang="en-IN"/>
          </a:p>
        </p:txBody>
      </p:sp>
      <p:sp>
        <p:nvSpPr>
          <p:cNvPr id="5" name="Footer Placeholder 4">
            <a:extLst>
              <a:ext uri="{FF2B5EF4-FFF2-40B4-BE49-F238E27FC236}">
                <a16:creationId xmlns:a16="http://schemas.microsoft.com/office/drawing/2014/main" id="{D7608BFA-1A69-C9E6-816E-1544A64F404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FC55631-1900-AF11-B5B4-E9532786EE58}"/>
              </a:ext>
            </a:extLst>
          </p:cNvPr>
          <p:cNvSpPr>
            <a:spLocks noGrp="1"/>
          </p:cNvSpPr>
          <p:nvPr>
            <p:ph type="sldNum" sz="quarter" idx="12"/>
          </p:nvPr>
        </p:nvSpPr>
        <p:spPr/>
        <p:txBody>
          <a:bodyPr/>
          <a:lstStyle/>
          <a:p>
            <a:fld id="{4BBD2202-855A-454C-A66F-78C1D75D76F5}" type="slidenum">
              <a:rPr lang="en-IN" smtClean="0"/>
              <a:t>‹#›</a:t>
            </a:fld>
            <a:endParaRPr lang="en-IN"/>
          </a:p>
        </p:txBody>
      </p:sp>
    </p:spTree>
    <p:extLst>
      <p:ext uri="{BB962C8B-B14F-4D97-AF65-F5344CB8AC3E}">
        <p14:creationId xmlns:p14="http://schemas.microsoft.com/office/powerpoint/2010/main" val="25334884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D22187B-DB06-961B-330B-C7FF09C0D44D}"/>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IN"/>
          </a:p>
        </p:txBody>
      </p:sp>
      <p:sp>
        <p:nvSpPr>
          <p:cNvPr id="3" name="Vertical Text Placeholder 2">
            <a:extLst>
              <a:ext uri="{FF2B5EF4-FFF2-40B4-BE49-F238E27FC236}">
                <a16:creationId xmlns:a16="http://schemas.microsoft.com/office/drawing/2014/main" id="{13FA19C5-B63D-6FC3-64EC-6BE0D3D8941C}"/>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4" name="Date Placeholder 3">
            <a:extLst>
              <a:ext uri="{FF2B5EF4-FFF2-40B4-BE49-F238E27FC236}">
                <a16:creationId xmlns:a16="http://schemas.microsoft.com/office/drawing/2014/main" id="{EAB26A21-68B0-88FB-4875-40E7EA1CCCFA}"/>
              </a:ext>
            </a:extLst>
          </p:cNvPr>
          <p:cNvSpPr>
            <a:spLocks noGrp="1"/>
          </p:cNvSpPr>
          <p:nvPr>
            <p:ph type="dt" sz="half" idx="10"/>
          </p:nvPr>
        </p:nvSpPr>
        <p:spPr/>
        <p:txBody>
          <a:bodyPr/>
          <a:lstStyle/>
          <a:p>
            <a:fld id="{4A113EF7-B9E9-4D10-8B77-42A07C36349B}" type="datetimeFigureOut">
              <a:rPr lang="en-IN" smtClean="0"/>
              <a:t>12-01-2026</a:t>
            </a:fld>
            <a:endParaRPr lang="en-IN"/>
          </a:p>
        </p:txBody>
      </p:sp>
      <p:sp>
        <p:nvSpPr>
          <p:cNvPr id="5" name="Footer Placeholder 4">
            <a:extLst>
              <a:ext uri="{FF2B5EF4-FFF2-40B4-BE49-F238E27FC236}">
                <a16:creationId xmlns:a16="http://schemas.microsoft.com/office/drawing/2014/main" id="{A8ACB9C7-9641-5723-23D5-E615BABE4E5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8ED5210-7F2C-E1BD-9BD2-D2BE981F17E4}"/>
              </a:ext>
            </a:extLst>
          </p:cNvPr>
          <p:cNvSpPr>
            <a:spLocks noGrp="1"/>
          </p:cNvSpPr>
          <p:nvPr>
            <p:ph type="sldNum" sz="quarter" idx="12"/>
          </p:nvPr>
        </p:nvSpPr>
        <p:spPr/>
        <p:txBody>
          <a:bodyPr/>
          <a:lstStyle/>
          <a:p>
            <a:fld id="{4BBD2202-855A-454C-A66F-78C1D75D76F5}" type="slidenum">
              <a:rPr lang="en-IN" smtClean="0"/>
              <a:t>‹#›</a:t>
            </a:fld>
            <a:endParaRPr lang="en-IN"/>
          </a:p>
        </p:txBody>
      </p:sp>
    </p:spTree>
    <p:extLst>
      <p:ext uri="{BB962C8B-B14F-4D97-AF65-F5344CB8AC3E}">
        <p14:creationId xmlns:p14="http://schemas.microsoft.com/office/powerpoint/2010/main" val="685832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C7C7351-4DCA-CC7D-98BA-0F8E7CF8FC3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IN"/>
          </a:p>
        </p:txBody>
      </p:sp>
      <p:sp>
        <p:nvSpPr>
          <p:cNvPr id="3" name="Text Placeholder 2">
            <a:extLst>
              <a:ext uri="{FF2B5EF4-FFF2-40B4-BE49-F238E27FC236}">
                <a16:creationId xmlns:a16="http://schemas.microsoft.com/office/drawing/2014/main" id="{A878E28A-660E-46A0-6245-34CCB347B2F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4" name="Date Placeholder 3">
            <a:extLst>
              <a:ext uri="{FF2B5EF4-FFF2-40B4-BE49-F238E27FC236}">
                <a16:creationId xmlns:a16="http://schemas.microsoft.com/office/drawing/2014/main" id="{F45B1133-9CAB-DCD3-9DE8-07A852B8A51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A113EF7-B9E9-4D10-8B77-42A07C36349B}" type="datetimeFigureOut">
              <a:rPr lang="en-IN" smtClean="0"/>
              <a:t>12-01-2026</a:t>
            </a:fld>
            <a:endParaRPr lang="en-IN"/>
          </a:p>
        </p:txBody>
      </p:sp>
      <p:sp>
        <p:nvSpPr>
          <p:cNvPr id="5" name="Footer Placeholder 4">
            <a:extLst>
              <a:ext uri="{FF2B5EF4-FFF2-40B4-BE49-F238E27FC236}">
                <a16:creationId xmlns:a16="http://schemas.microsoft.com/office/drawing/2014/main" id="{2508D352-D16A-E652-63B7-BEB0248107C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D377EC60-75F0-1DBF-EA34-6D25067FB7E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BBD2202-855A-454C-A66F-78C1D75D76F5}" type="slidenum">
              <a:rPr lang="en-IN" smtClean="0"/>
              <a:t>‹#›</a:t>
            </a:fld>
            <a:endParaRPr lang="en-IN"/>
          </a:p>
        </p:txBody>
      </p:sp>
    </p:spTree>
    <p:extLst>
      <p:ext uri="{BB962C8B-B14F-4D97-AF65-F5344CB8AC3E}">
        <p14:creationId xmlns:p14="http://schemas.microsoft.com/office/powerpoint/2010/main" val="137714648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27B924-A968-4104-243F-5A79AA648B46}"/>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BD64203E-5F7A-DA2C-486D-1140740FA65C}"/>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4071656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27F24C-A837-A4B1-48B8-9D03023EB6B8}"/>
              </a:ext>
            </a:extLst>
          </p:cNvPr>
          <p:cNvSpPr>
            <a:spLocks noGrp="1"/>
          </p:cNvSpPr>
          <p:nvPr>
            <p:ph type="ctrTitle"/>
          </p:nvPr>
        </p:nvSpPr>
        <p:spPr/>
        <p:txBody>
          <a:bodyPr/>
          <a:lstStyle/>
          <a:p>
            <a:r>
              <a:rPr lang="en-IN" b="1" dirty="0"/>
              <a:t>What is T-Test?</a:t>
            </a:r>
            <a:br>
              <a:rPr lang="en-IN" b="1" dirty="0"/>
            </a:br>
            <a:endParaRPr lang="en-IN" dirty="0"/>
          </a:p>
        </p:txBody>
      </p:sp>
      <p:sp>
        <p:nvSpPr>
          <p:cNvPr id="3" name="Subtitle 2">
            <a:extLst>
              <a:ext uri="{FF2B5EF4-FFF2-40B4-BE49-F238E27FC236}">
                <a16:creationId xmlns:a16="http://schemas.microsoft.com/office/drawing/2014/main" id="{847E7B54-9D3A-81DD-C0F7-92857911ABC3}"/>
              </a:ext>
            </a:extLst>
          </p:cNvPr>
          <p:cNvSpPr>
            <a:spLocks noGrp="1"/>
          </p:cNvSpPr>
          <p:nvPr>
            <p:ph type="subTitle" idx="1"/>
          </p:nvPr>
        </p:nvSpPr>
        <p:spPr>
          <a:xfrm>
            <a:off x="1524000" y="3602037"/>
            <a:ext cx="9144000" cy="2668134"/>
          </a:xfrm>
        </p:spPr>
        <p:txBody>
          <a:bodyPr>
            <a:normAutofit lnSpcReduction="10000"/>
          </a:bodyPr>
          <a:lstStyle/>
          <a:p>
            <a:pPr algn="l"/>
            <a:r>
              <a:rPr lang="en-US" dirty="0"/>
              <a:t>A parametric statistical test used to determine if there is a significant difference between the means of two groups or a sample and a population mean. It estimates population parameters from sample statistics when variance is unknown.</a:t>
            </a:r>
          </a:p>
          <a:p>
            <a:pPr algn="l"/>
            <a:r>
              <a:rPr lang="en-US" dirty="0"/>
              <a:t>- Uses the t-distribution (Student's t-distribution)</a:t>
            </a:r>
          </a:p>
          <a:p>
            <a:pPr algn="l"/>
            <a:r>
              <a:rPr lang="en-US" dirty="0"/>
              <a:t>- Assumes normal distribution of data</a:t>
            </a:r>
          </a:p>
          <a:p>
            <a:pPr algn="l"/>
            <a:r>
              <a:rPr lang="en-US" dirty="0"/>
              <a:t>- Ideal for small sample sizes (n &lt; 30)</a:t>
            </a:r>
          </a:p>
          <a:p>
            <a:pPr algn="l"/>
            <a:endParaRPr lang="en-IN" dirty="0"/>
          </a:p>
        </p:txBody>
      </p:sp>
    </p:spTree>
    <p:extLst>
      <p:ext uri="{BB962C8B-B14F-4D97-AF65-F5344CB8AC3E}">
        <p14:creationId xmlns:p14="http://schemas.microsoft.com/office/powerpoint/2010/main" val="2898181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B1A27F-4774-CBCB-7B0B-4F39C7AD908B}"/>
              </a:ext>
            </a:extLst>
          </p:cNvPr>
          <p:cNvSpPr>
            <a:spLocks noGrp="1"/>
          </p:cNvSpPr>
          <p:nvPr>
            <p:ph type="title"/>
          </p:nvPr>
        </p:nvSpPr>
        <p:spPr/>
        <p:txBody>
          <a:bodyPr/>
          <a:lstStyle/>
          <a:p>
            <a:pPr algn="ctr"/>
            <a:r>
              <a:rPr lang="en-IN" b="1" dirty="0"/>
              <a:t>Types of T-Test</a:t>
            </a:r>
            <a:br>
              <a:rPr lang="en-IN" b="1" dirty="0"/>
            </a:br>
            <a:endParaRPr lang="en-IN" dirty="0"/>
          </a:p>
        </p:txBody>
      </p:sp>
      <p:sp>
        <p:nvSpPr>
          <p:cNvPr id="3" name="Content Placeholder 2">
            <a:extLst>
              <a:ext uri="{FF2B5EF4-FFF2-40B4-BE49-F238E27FC236}">
                <a16:creationId xmlns:a16="http://schemas.microsoft.com/office/drawing/2014/main" id="{0C21F655-E068-CD07-DD6D-E1DBE840FA71}"/>
              </a:ext>
            </a:extLst>
          </p:cNvPr>
          <p:cNvSpPr>
            <a:spLocks noGrp="1"/>
          </p:cNvSpPr>
          <p:nvPr>
            <p:ph idx="1"/>
          </p:nvPr>
        </p:nvSpPr>
        <p:spPr/>
        <p:txBody>
          <a:bodyPr/>
          <a:lstStyle/>
          <a:p>
            <a:r>
              <a:rPr lang="en-US" b="1" dirty="0"/>
              <a:t>One-Sample T-Test</a:t>
            </a:r>
          </a:p>
          <a:p>
            <a:r>
              <a:rPr lang="en-US" dirty="0"/>
              <a:t>Compare sample mean with known population mean to test if sample comes from population</a:t>
            </a:r>
          </a:p>
          <a:p>
            <a:r>
              <a:rPr lang="en-US" b="1" dirty="0"/>
              <a:t>Independent T-Test</a:t>
            </a:r>
          </a:p>
          <a:p>
            <a:r>
              <a:rPr lang="en-US" dirty="0"/>
              <a:t>Compare means of two independent groups to check if significantly different</a:t>
            </a:r>
          </a:p>
          <a:p>
            <a:r>
              <a:rPr lang="en-US" b="1" dirty="0"/>
              <a:t>Paired T-Test</a:t>
            </a:r>
          </a:p>
          <a:p>
            <a:r>
              <a:rPr lang="en-US" dirty="0"/>
              <a:t>Compare means within same group measured at different times or conditions</a:t>
            </a:r>
          </a:p>
          <a:p>
            <a:endParaRPr lang="en-IN" dirty="0"/>
          </a:p>
        </p:txBody>
      </p:sp>
    </p:spTree>
    <p:extLst>
      <p:ext uri="{BB962C8B-B14F-4D97-AF65-F5344CB8AC3E}">
        <p14:creationId xmlns:p14="http://schemas.microsoft.com/office/powerpoint/2010/main" val="28560331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7912A0-D416-C9BC-C4AB-AF735B6F98DA}"/>
              </a:ext>
            </a:extLst>
          </p:cNvPr>
          <p:cNvSpPr>
            <a:spLocks noGrp="1"/>
          </p:cNvSpPr>
          <p:nvPr>
            <p:ph type="title"/>
          </p:nvPr>
        </p:nvSpPr>
        <p:spPr/>
        <p:txBody>
          <a:bodyPr/>
          <a:lstStyle/>
          <a:p>
            <a:pPr algn="ctr"/>
            <a:r>
              <a:rPr lang="en-IN" b="1" dirty="0"/>
              <a:t>T-Test Formula</a:t>
            </a:r>
            <a:br>
              <a:rPr lang="en-IN" b="1" dirty="0"/>
            </a:br>
            <a:endParaRPr lang="en-IN" dirty="0"/>
          </a:p>
        </p:txBody>
      </p:sp>
      <p:sp>
        <p:nvSpPr>
          <p:cNvPr id="3" name="Content Placeholder 2">
            <a:extLst>
              <a:ext uri="{FF2B5EF4-FFF2-40B4-BE49-F238E27FC236}">
                <a16:creationId xmlns:a16="http://schemas.microsoft.com/office/drawing/2014/main" id="{7C451C7A-0392-6594-C8FC-63397D7E254E}"/>
              </a:ext>
            </a:extLst>
          </p:cNvPr>
          <p:cNvSpPr>
            <a:spLocks noGrp="1"/>
          </p:cNvSpPr>
          <p:nvPr>
            <p:ph idx="1"/>
          </p:nvPr>
        </p:nvSpPr>
        <p:spPr/>
        <p:txBody>
          <a:bodyPr/>
          <a:lstStyle/>
          <a:p>
            <a:r>
              <a:rPr lang="en-IN" b="1" dirty="0"/>
              <a:t>t = (x̄ - </a:t>
            </a:r>
            <a:r>
              <a:rPr lang="el-GR" b="1" dirty="0"/>
              <a:t>μ₀) / (</a:t>
            </a:r>
            <a:r>
              <a:rPr lang="en-IN" b="1" dirty="0"/>
              <a:t>s / √n)</a:t>
            </a:r>
            <a:endParaRPr lang="en-IN" dirty="0"/>
          </a:p>
          <a:p>
            <a:r>
              <a:rPr lang="en-IN" b="1" dirty="0"/>
              <a:t>Where:</a:t>
            </a:r>
            <a:endParaRPr lang="en-IN" dirty="0"/>
          </a:p>
          <a:p>
            <a:r>
              <a:rPr lang="en-IN" dirty="0"/>
              <a:t>x̄ = sample mean | </a:t>
            </a:r>
            <a:r>
              <a:rPr lang="el-GR" dirty="0"/>
              <a:t>μ₀ = </a:t>
            </a:r>
            <a:r>
              <a:rPr lang="en-IN" dirty="0"/>
              <a:t>population mean | s = sample standard deviation | n = sample size</a:t>
            </a:r>
          </a:p>
          <a:p>
            <a:pPr marL="0" indent="0">
              <a:buNone/>
            </a:pPr>
            <a:endParaRPr lang="en-IN" dirty="0"/>
          </a:p>
        </p:txBody>
      </p:sp>
    </p:spTree>
    <p:extLst>
      <p:ext uri="{BB962C8B-B14F-4D97-AF65-F5344CB8AC3E}">
        <p14:creationId xmlns:p14="http://schemas.microsoft.com/office/powerpoint/2010/main" val="9494869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2CD057-41DA-A77F-FFD3-CB851E5D1761}"/>
              </a:ext>
            </a:extLst>
          </p:cNvPr>
          <p:cNvSpPr>
            <a:spLocks noGrp="1"/>
          </p:cNvSpPr>
          <p:nvPr>
            <p:ph type="title"/>
          </p:nvPr>
        </p:nvSpPr>
        <p:spPr/>
        <p:txBody>
          <a:bodyPr/>
          <a:lstStyle/>
          <a:p>
            <a:pPr algn="ctr"/>
            <a:r>
              <a:rPr lang="en-IN" b="1" dirty="0"/>
              <a:t>Applications of T-Test</a:t>
            </a:r>
            <a:br>
              <a:rPr lang="en-IN" b="1" dirty="0"/>
            </a:br>
            <a:endParaRPr lang="en-IN" dirty="0"/>
          </a:p>
        </p:txBody>
      </p:sp>
      <p:sp>
        <p:nvSpPr>
          <p:cNvPr id="3" name="Content Placeholder 2">
            <a:extLst>
              <a:ext uri="{FF2B5EF4-FFF2-40B4-BE49-F238E27FC236}">
                <a16:creationId xmlns:a16="http://schemas.microsoft.com/office/drawing/2014/main" id="{D3A2738E-2F1D-050D-625C-9C4CD4836BB5}"/>
              </a:ext>
            </a:extLst>
          </p:cNvPr>
          <p:cNvSpPr>
            <a:spLocks noGrp="1"/>
          </p:cNvSpPr>
          <p:nvPr>
            <p:ph idx="1"/>
          </p:nvPr>
        </p:nvSpPr>
        <p:spPr/>
        <p:txBody>
          <a:bodyPr/>
          <a:lstStyle/>
          <a:p>
            <a:r>
              <a:rPr lang="en-IN" b="1" dirty="0"/>
              <a:t>A/B Testing:</a:t>
            </a:r>
            <a:r>
              <a:rPr lang="en-IN" dirty="0"/>
              <a:t> Comparing conversion rates between website versions</a:t>
            </a:r>
          </a:p>
          <a:p>
            <a:r>
              <a:rPr lang="en-IN" b="1" dirty="0"/>
              <a:t>Medical Research:</a:t>
            </a:r>
            <a:r>
              <a:rPr lang="en-IN" dirty="0"/>
              <a:t> Testing drug effectiveness vs control group</a:t>
            </a:r>
          </a:p>
          <a:p>
            <a:r>
              <a:rPr lang="en-IN" b="1" dirty="0"/>
              <a:t>Quality Control:</a:t>
            </a:r>
            <a:r>
              <a:rPr lang="en-IN" dirty="0"/>
              <a:t> Verifying product dimensions match specifications</a:t>
            </a:r>
          </a:p>
          <a:p>
            <a:r>
              <a:rPr lang="en-IN" b="1" dirty="0"/>
              <a:t>ML Performance:</a:t>
            </a:r>
            <a:r>
              <a:rPr lang="en-IN" dirty="0"/>
              <a:t> Comparing algorithm accuracy on test datasets</a:t>
            </a:r>
          </a:p>
          <a:p>
            <a:endParaRPr lang="en-IN" dirty="0"/>
          </a:p>
        </p:txBody>
      </p:sp>
    </p:spTree>
    <p:extLst>
      <p:ext uri="{BB962C8B-B14F-4D97-AF65-F5344CB8AC3E}">
        <p14:creationId xmlns:p14="http://schemas.microsoft.com/office/powerpoint/2010/main" val="4613071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C70C46-E33E-8BA8-9355-84F810267702}"/>
              </a:ext>
            </a:extLst>
          </p:cNvPr>
          <p:cNvSpPr>
            <a:spLocks noGrp="1"/>
          </p:cNvSpPr>
          <p:nvPr>
            <p:ph type="title"/>
          </p:nvPr>
        </p:nvSpPr>
        <p:spPr/>
        <p:txBody>
          <a:bodyPr/>
          <a:lstStyle/>
          <a:p>
            <a:pPr algn="ctr"/>
            <a:r>
              <a:rPr lang="en-IN" b="1" dirty="0"/>
              <a:t>When to Use T-Test</a:t>
            </a:r>
            <a:br>
              <a:rPr lang="en-IN" b="1" dirty="0"/>
            </a:br>
            <a:endParaRPr lang="en-IN" dirty="0"/>
          </a:p>
        </p:txBody>
      </p:sp>
      <p:sp>
        <p:nvSpPr>
          <p:cNvPr id="3" name="Content Placeholder 2">
            <a:extLst>
              <a:ext uri="{FF2B5EF4-FFF2-40B4-BE49-F238E27FC236}">
                <a16:creationId xmlns:a16="http://schemas.microsoft.com/office/drawing/2014/main" id="{6B09A293-C013-1A0D-5059-590167675AB3}"/>
              </a:ext>
            </a:extLst>
          </p:cNvPr>
          <p:cNvSpPr>
            <a:spLocks noGrp="1"/>
          </p:cNvSpPr>
          <p:nvPr>
            <p:ph idx="1"/>
          </p:nvPr>
        </p:nvSpPr>
        <p:spPr/>
        <p:txBody>
          <a:bodyPr/>
          <a:lstStyle/>
          <a:p>
            <a:r>
              <a:rPr lang="en-US" dirty="0"/>
              <a:t>Comparing means of exactly </a:t>
            </a:r>
            <a:r>
              <a:rPr lang="en-US" b="1" dirty="0"/>
              <a:t>2 groups</a:t>
            </a:r>
            <a:endParaRPr lang="en-US" dirty="0"/>
          </a:p>
          <a:p>
            <a:r>
              <a:rPr lang="en-US" dirty="0"/>
              <a:t>Population variance is </a:t>
            </a:r>
            <a:r>
              <a:rPr lang="en-US" b="1" dirty="0"/>
              <a:t>unknown</a:t>
            </a:r>
            <a:endParaRPr lang="en-US" dirty="0"/>
          </a:p>
          <a:p>
            <a:r>
              <a:rPr lang="en-US" dirty="0"/>
              <a:t>Sample size is </a:t>
            </a:r>
            <a:r>
              <a:rPr lang="en-US" b="1" dirty="0"/>
              <a:t>small (n &lt; 30)</a:t>
            </a:r>
            <a:endParaRPr lang="en-US" dirty="0"/>
          </a:p>
          <a:p>
            <a:r>
              <a:rPr lang="en-US" dirty="0"/>
              <a:t>Data is </a:t>
            </a:r>
            <a:r>
              <a:rPr lang="en-US" b="1" dirty="0"/>
              <a:t>approximately normally distributed</a:t>
            </a:r>
            <a:endParaRPr lang="en-US" dirty="0"/>
          </a:p>
          <a:p>
            <a:r>
              <a:rPr lang="en-US" b="1" dirty="0"/>
              <a:t>NOT for</a:t>
            </a:r>
            <a:r>
              <a:rPr lang="en-US" dirty="0"/>
              <a:t> comparing 3+ groups (use ANOVA)</a:t>
            </a:r>
          </a:p>
          <a:p>
            <a:endParaRPr lang="en-IN" dirty="0"/>
          </a:p>
        </p:txBody>
      </p:sp>
    </p:spTree>
    <p:extLst>
      <p:ext uri="{BB962C8B-B14F-4D97-AF65-F5344CB8AC3E}">
        <p14:creationId xmlns:p14="http://schemas.microsoft.com/office/powerpoint/2010/main" val="21183021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CE2EF2-9BB4-4955-97FB-83D9BB1E26ED}"/>
              </a:ext>
            </a:extLst>
          </p:cNvPr>
          <p:cNvSpPr>
            <a:spLocks noGrp="1"/>
          </p:cNvSpPr>
          <p:nvPr>
            <p:ph type="title"/>
          </p:nvPr>
        </p:nvSpPr>
        <p:spPr/>
        <p:txBody>
          <a:bodyPr/>
          <a:lstStyle/>
          <a:p>
            <a:pPr algn="ctr"/>
            <a:r>
              <a:rPr lang="en-IN" b="1" dirty="0"/>
              <a:t>Key Takeaways</a:t>
            </a:r>
            <a:br>
              <a:rPr lang="en-IN" b="1" dirty="0"/>
            </a:br>
            <a:endParaRPr lang="en-IN" dirty="0"/>
          </a:p>
        </p:txBody>
      </p:sp>
      <p:sp>
        <p:nvSpPr>
          <p:cNvPr id="3" name="Content Placeholder 2">
            <a:extLst>
              <a:ext uri="{FF2B5EF4-FFF2-40B4-BE49-F238E27FC236}">
                <a16:creationId xmlns:a16="http://schemas.microsoft.com/office/drawing/2014/main" id="{7FDC8022-2A21-3FAF-F753-B195BC099550}"/>
              </a:ext>
            </a:extLst>
          </p:cNvPr>
          <p:cNvSpPr>
            <a:spLocks noGrp="1"/>
          </p:cNvSpPr>
          <p:nvPr>
            <p:ph idx="1"/>
          </p:nvPr>
        </p:nvSpPr>
        <p:spPr/>
        <p:txBody>
          <a:bodyPr/>
          <a:lstStyle/>
          <a:p>
            <a:r>
              <a:rPr lang="en-US" dirty="0"/>
              <a:t>T-Test compares means between groups</a:t>
            </a:r>
          </a:p>
          <a:p>
            <a:r>
              <a:rPr lang="en-US" dirty="0"/>
              <a:t>Three main types: one-sample, independent, paired</a:t>
            </a:r>
          </a:p>
          <a:p>
            <a:r>
              <a:rPr lang="en-US" dirty="0"/>
              <a:t>Relies on t-distribution for small samples</a:t>
            </a:r>
          </a:p>
          <a:p>
            <a:r>
              <a:rPr lang="en-US" dirty="0"/>
              <a:t>Essential for hypothesis testing in research</a:t>
            </a:r>
          </a:p>
          <a:p>
            <a:endParaRPr lang="en-IN" dirty="0"/>
          </a:p>
        </p:txBody>
      </p:sp>
    </p:spTree>
    <p:extLst>
      <p:ext uri="{BB962C8B-B14F-4D97-AF65-F5344CB8AC3E}">
        <p14:creationId xmlns:p14="http://schemas.microsoft.com/office/powerpoint/2010/main" val="34445766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D2E32E3-A591-DBA9-40C0-EC5A6819A362}"/>
              </a:ext>
            </a:extLst>
          </p:cNvPr>
          <p:cNvSpPr>
            <a:spLocks noGrp="1"/>
          </p:cNvSpPr>
          <p:nvPr>
            <p:ph idx="1"/>
          </p:nvPr>
        </p:nvSpPr>
        <p:spPr>
          <a:xfrm>
            <a:off x="838200" y="290740"/>
            <a:ext cx="10515600" cy="4351338"/>
          </a:xfrm>
        </p:spPr>
        <p:txBody>
          <a:bodyPr/>
          <a:lstStyle/>
          <a:p>
            <a:pPr marL="0" indent="0">
              <a:buNone/>
            </a:pPr>
            <a:r>
              <a:rPr lang="en-US" dirty="0"/>
              <a:t>Q) Problem: A web developer tests if a new UI design improves page load time. Historical data shows average load time of 3.2 seconds. After implementing the new design on 12 pages, the sample mean load time is 2.8 seconds with sample standard deviation of 0.5 seconds. Test at 5% significance level if the new design significantly reduces load time (one-tailed test).</a:t>
            </a:r>
            <a:endParaRPr lang="en-IN" dirty="0"/>
          </a:p>
        </p:txBody>
      </p:sp>
    </p:spTree>
    <p:extLst>
      <p:ext uri="{BB962C8B-B14F-4D97-AF65-F5344CB8AC3E}">
        <p14:creationId xmlns:p14="http://schemas.microsoft.com/office/powerpoint/2010/main" val="9507218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FE01C4B-AADE-EA49-26D7-3ECB85D34660}"/>
              </a:ext>
            </a:extLst>
          </p:cNvPr>
          <p:cNvSpPr>
            <a:spLocks noGrp="1"/>
          </p:cNvSpPr>
          <p:nvPr>
            <p:ph idx="1"/>
          </p:nvPr>
        </p:nvSpPr>
        <p:spPr>
          <a:xfrm>
            <a:off x="838200" y="316523"/>
            <a:ext cx="10515600" cy="5860440"/>
          </a:xfrm>
        </p:spPr>
        <p:txBody>
          <a:bodyPr/>
          <a:lstStyle/>
          <a:p>
            <a:pPr marL="0" indent="0">
              <a:buNone/>
            </a:pPr>
            <a:r>
              <a:rPr lang="en-US" dirty="0"/>
              <a:t>Solution:</a:t>
            </a:r>
          </a:p>
          <a:p>
            <a:pPr marL="0" indent="0">
              <a:buNone/>
            </a:pPr>
            <a:r>
              <a:rPr lang="en-US" dirty="0"/>
              <a:t>H₀ (Null): μ ≥ 3.2s (No improvement or worse) </a:t>
            </a:r>
          </a:p>
          <a:p>
            <a:pPr marL="0" indent="0">
              <a:buNone/>
            </a:pPr>
            <a:r>
              <a:rPr lang="en-US" dirty="0"/>
              <a:t>H₁ (Alternative): μ &lt; 3.2s (Improvement)</a:t>
            </a:r>
          </a:p>
          <a:p>
            <a:pPr marL="0" indent="0">
              <a:buNone/>
            </a:pPr>
            <a:r>
              <a:rPr lang="en-US" dirty="0"/>
              <a:t>α = 0.05 (5%)</a:t>
            </a:r>
          </a:p>
          <a:p>
            <a:pPr marL="0" indent="0">
              <a:buNone/>
            </a:pPr>
            <a:r>
              <a:rPr lang="en-US" dirty="0"/>
              <a:t>Test: One-tailed (Left)</a:t>
            </a:r>
          </a:p>
          <a:p>
            <a:pPr marL="0" indent="0">
              <a:buNone/>
            </a:pPr>
            <a:r>
              <a:rPr lang="en-US" dirty="0"/>
              <a:t>Given: n = 12, x̄ = 2.8, s = 0.5, μ₀ = 3.2</a:t>
            </a:r>
          </a:p>
          <a:p>
            <a:pPr marL="0" indent="0">
              <a:buNone/>
            </a:pPr>
            <a:r>
              <a:rPr lang="en-US" dirty="0"/>
              <a:t>Standard Error (SE) = s/√n = 0.5/√12 = 0.5/3.4641 = 0.1443</a:t>
            </a:r>
          </a:p>
          <a:p>
            <a:pPr marL="0" indent="0">
              <a:buNone/>
            </a:pPr>
            <a:r>
              <a:rPr lang="en-US" dirty="0" err="1"/>
              <a:t>t_cal</a:t>
            </a:r>
            <a:r>
              <a:rPr lang="en-US" dirty="0"/>
              <a:t> = (x̄ - μ₀)/(s/√n) = (2.8 - 3.2)/0.1443 = -0.4/0.1443 = -2.771</a:t>
            </a:r>
          </a:p>
          <a:p>
            <a:pPr marL="0" indent="0">
              <a:buNone/>
            </a:pPr>
            <a:r>
              <a:rPr lang="pt-BR" dirty="0"/>
              <a:t>df = n - 1 = 12 - 1 = 11</a:t>
            </a:r>
          </a:p>
          <a:p>
            <a:pPr marL="0" indent="0">
              <a:buNone/>
            </a:pPr>
            <a:r>
              <a:rPr lang="en-US" dirty="0"/>
              <a:t>From t-table: t(11 </a:t>
            </a:r>
            <a:r>
              <a:rPr lang="en-US" dirty="0" err="1"/>
              <a:t>df</a:t>
            </a:r>
            <a:r>
              <a:rPr lang="en-US" dirty="0"/>
              <a:t>, α=0.05, one-tailed) = 1.796</a:t>
            </a:r>
          </a:p>
          <a:p>
            <a:pPr marL="0" indent="0">
              <a:buNone/>
            </a:pPr>
            <a:r>
              <a:rPr lang="en-US" dirty="0"/>
              <a:t>For left-tailed test: Critical region = t &lt; -1.796</a:t>
            </a:r>
          </a:p>
          <a:p>
            <a:pPr marL="0" indent="0">
              <a:buNone/>
            </a:pPr>
            <a:endParaRPr lang="en-US" dirty="0"/>
          </a:p>
          <a:p>
            <a:pPr marL="0" indent="0">
              <a:buNone/>
            </a:pPr>
            <a:endParaRPr lang="en-IN" dirty="0"/>
          </a:p>
        </p:txBody>
      </p:sp>
    </p:spTree>
    <p:extLst>
      <p:ext uri="{BB962C8B-B14F-4D97-AF65-F5344CB8AC3E}">
        <p14:creationId xmlns:p14="http://schemas.microsoft.com/office/powerpoint/2010/main" val="25165718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583E89E-43BE-ADE9-D592-3634E29F71E0}"/>
              </a:ext>
            </a:extLst>
          </p:cNvPr>
          <p:cNvSpPr>
            <a:spLocks noGrp="1"/>
          </p:cNvSpPr>
          <p:nvPr>
            <p:ph idx="1"/>
          </p:nvPr>
        </p:nvSpPr>
        <p:spPr>
          <a:xfrm>
            <a:off x="838200" y="474785"/>
            <a:ext cx="10515600" cy="5702178"/>
          </a:xfrm>
        </p:spPr>
        <p:txBody>
          <a:bodyPr/>
          <a:lstStyle/>
          <a:p>
            <a:r>
              <a:rPr lang="en-US" dirty="0"/>
              <a:t>|Calculated t| = 2.771 &gt; Table value = 1.796</a:t>
            </a:r>
          </a:p>
          <a:p>
            <a:r>
              <a:rPr lang="en-US" dirty="0" err="1"/>
              <a:t>t_cal</a:t>
            </a:r>
            <a:r>
              <a:rPr lang="en-US" dirty="0"/>
              <a:t> = -2.771 &lt; -1.796 (falls in rejection region)</a:t>
            </a:r>
          </a:p>
          <a:p>
            <a:r>
              <a:rPr lang="en-US" dirty="0"/>
              <a:t>DECISION: Reject H₀ at 5% level of significance</a:t>
            </a:r>
          </a:p>
          <a:p>
            <a:endParaRPr lang="en-IN" dirty="0"/>
          </a:p>
        </p:txBody>
      </p:sp>
    </p:spTree>
    <p:extLst>
      <p:ext uri="{BB962C8B-B14F-4D97-AF65-F5344CB8AC3E}">
        <p14:creationId xmlns:p14="http://schemas.microsoft.com/office/powerpoint/2010/main" val="310670776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TotalTime>
  <Words>519</Words>
  <Application>Microsoft Office PowerPoint</Application>
  <PresentationFormat>Widescreen</PresentationFormat>
  <Paragraphs>47</Paragraphs>
  <Slides>10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Aptos</vt:lpstr>
      <vt:lpstr>Aptos Display</vt:lpstr>
      <vt:lpstr>Arial</vt:lpstr>
      <vt:lpstr>Office Theme</vt:lpstr>
      <vt:lpstr>PowerPoint Presentation</vt:lpstr>
      <vt:lpstr>What is T-Test? </vt:lpstr>
      <vt:lpstr>Types of T-Test </vt:lpstr>
      <vt:lpstr>T-Test Formula </vt:lpstr>
      <vt:lpstr>Applications of T-Test </vt:lpstr>
      <vt:lpstr>When to Use T-Test </vt:lpstr>
      <vt:lpstr>Key Takeaways </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samarth ch</dc:creator>
  <cp:lastModifiedBy>samarth ch</cp:lastModifiedBy>
  <cp:revision>1</cp:revision>
  <dcterms:created xsi:type="dcterms:W3CDTF">2026-01-12T09:47:29Z</dcterms:created>
  <dcterms:modified xsi:type="dcterms:W3CDTF">2026-01-12T10:14:11Z</dcterms:modified>
</cp:coreProperties>
</file>